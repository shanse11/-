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9704b55134495a" /><Relationship Type="http://schemas.openxmlformats.org/officeDocument/2006/relationships/extended-properties" Target="/docProps/app.xml" Id="R1093882bc0c94742" /><Relationship Type="http://schemas.openxmlformats.org/officeDocument/2006/relationships/officeDocument" Target="/ppt/presentation.xml" Id="Ra8faf9d6715441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e4bd43b65b4b0d"/>
    <p:sldMasterId xmlns:r="http://schemas.openxmlformats.org/officeDocument/2006/relationships" id="2147483678" r:id="R95a1825ee95343e0"/>
  </p:sldMasterIdLst>
  <p:notesMasterIdLst>
    <p:notesMasterId xmlns:r="http://schemas.openxmlformats.org/officeDocument/2006/relationships" r:id="R409d0aefd0284ef1"/>
  </p:notesMasterIdLst>
  <p:sldIdLst>
    <p:sldId xmlns:r="http://schemas.openxmlformats.org/officeDocument/2006/relationships" id="256" r:id="R53ef134be8494f70"/>
    <p:sldId xmlns:r="http://schemas.openxmlformats.org/officeDocument/2006/relationships" id="257" r:id="R00a7e994ab0944e2"/>
    <p:sldId xmlns:r="http://schemas.openxmlformats.org/officeDocument/2006/relationships" id="258" r:id="R956ec298e80b4d41"/>
    <p:sldId xmlns:r="http://schemas.openxmlformats.org/officeDocument/2006/relationships" id="259" r:id="R6c9dd4e14a8a4bac"/>
    <p:sldId xmlns:r="http://schemas.openxmlformats.org/officeDocument/2006/relationships" id="260" r:id="R889de8a50b1a48f8"/>
    <p:sldId xmlns:r="http://schemas.openxmlformats.org/officeDocument/2006/relationships" id="261" r:id="Rfa36dc44f3894884"/>
    <p:sldId xmlns:r="http://schemas.openxmlformats.org/officeDocument/2006/relationships" id="262" r:id="R758ef1e3649141b6"/>
    <p:sldId xmlns:r="http://schemas.openxmlformats.org/officeDocument/2006/relationships" id="263" r:id="R1490b644238b4a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90001" cy="90001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cad9451a0e4d70" /><Relationship Type="http://schemas.openxmlformats.org/officeDocument/2006/relationships/slideMaster" Target="/ppt/slideMasters/slideMaster1.xml" Id="R28e4bd43b65b4b0d" /><Relationship Type="http://schemas.openxmlformats.org/officeDocument/2006/relationships/slideMaster" Target="/ppt/slideMasters/slideMaster2.xml" Id="R95a1825ee95343e0" /><Relationship Type="http://schemas.openxmlformats.org/officeDocument/2006/relationships/notesMaster" Target="/ppt/notesMasters/notesMaster1.xml" Id="R409d0aefd0284ef1" /><Relationship Type="http://schemas.openxmlformats.org/officeDocument/2006/relationships/presProps" Target="/ppt/presProps.xml" Id="R7a8ff6ba5c6a4aca" /><Relationship Type="http://schemas.openxmlformats.org/officeDocument/2006/relationships/viewProps" Target="/ppt/viewProps.xml" Id="R5163164566574136" /><Relationship Type="http://schemas.openxmlformats.org/officeDocument/2006/relationships/tableStyles" Target="/ppt/tableStyles.xml" Id="Re0642039594b4874" /><Relationship Type="http://schemas.openxmlformats.org/officeDocument/2006/relationships/slide" Target="/ppt/slides/slide1.xml" Id="R53ef134be8494f70" /><Relationship Type="http://schemas.openxmlformats.org/officeDocument/2006/relationships/slide" Target="/ppt/slides/slide2.xml" Id="R00a7e994ab0944e2" /><Relationship Type="http://schemas.openxmlformats.org/officeDocument/2006/relationships/slide" Target="/ppt/slides/slide3.xml" Id="R956ec298e80b4d41" /><Relationship Type="http://schemas.openxmlformats.org/officeDocument/2006/relationships/slide" Target="/ppt/slides/slide4.xml" Id="R6c9dd4e14a8a4bac" /><Relationship Type="http://schemas.openxmlformats.org/officeDocument/2006/relationships/slide" Target="/ppt/slides/slide5.xml" Id="R889de8a50b1a48f8" /><Relationship Type="http://schemas.openxmlformats.org/officeDocument/2006/relationships/slide" Target="/ppt/slides/slide6.xml" Id="Rfa36dc44f3894884" /><Relationship Type="http://schemas.openxmlformats.org/officeDocument/2006/relationships/slide" Target="/ppt/slides/slide7.xml" Id="R758ef1e3649141b6" /><Relationship Type="http://schemas.openxmlformats.org/officeDocument/2006/relationships/slide" Target="/ppt/slides/slide8.xml" Id="R1490b644238b4a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58c386a488249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主题1">
  <a:themeElements>
    <a:clrScheme name="自定义 1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6362"/>
      </a:accent1>
      <a:accent2>
        <a:srgbClr val="B64645"/>
      </a:accent2>
      <a:accent3>
        <a:srgbClr val="414A59"/>
      </a:accent3>
      <a:accent4>
        <a:srgbClr val="7FB541"/>
      </a:accent4>
      <a:accent5>
        <a:srgbClr val="4472C4"/>
      </a:accent5>
      <a:accent6>
        <a:srgbClr val="244956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自定义 10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db677fb82549e4" /><Relationship Type="http://schemas.openxmlformats.org/officeDocument/2006/relationships/notesMaster" Target="/ppt/notesMasters/notesMaster1.xml" Id="Rb7e187fe1ab247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9a48a25a804836" /><Relationship Type="http://schemas.openxmlformats.org/officeDocument/2006/relationships/notesMaster" Target="/ppt/notesMasters/notesMaster1.xml" Id="Ra1ad5c2dfd4e48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f9861696c249cf" /><Relationship Type="http://schemas.openxmlformats.org/officeDocument/2006/relationships/notesMaster" Target="/ppt/notesMasters/notesMaster1.xml" Id="R220f7f6a2b884b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7a271602064075" /><Relationship Type="http://schemas.openxmlformats.org/officeDocument/2006/relationships/notesMaster" Target="/ppt/notesMasters/notesMaster1.xml" Id="Ra728204eab104b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df7c5df380400d" /><Relationship Type="http://schemas.openxmlformats.org/officeDocument/2006/relationships/notesMaster" Target="/ppt/notesMasters/notesMaster1.xml" Id="R74b5940f9b9c45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471b44877c4dbd" /><Relationship Type="http://schemas.openxmlformats.org/officeDocument/2006/relationships/notesMaster" Target="/ppt/notesMasters/notesMaster1.xml" Id="R16ebdce64dd94e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2fa8f5a5d7468b" /><Relationship Type="http://schemas.openxmlformats.org/officeDocument/2006/relationships/notesMaster" Target="/ppt/notesMasters/notesMaster1.xml" Id="Rdf61022d17004d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10f6fa5ba3424e" /><Relationship Type="http://schemas.openxmlformats.org/officeDocument/2006/relationships/notesMaster" Target="/ppt/notesMasters/notesMaster1.xml" Id="Rb9877dfd7fed4b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从数据管理的角度看技术的演化，</a:t>
            </a:r>
            <a:r>
              <a:rPr>
                <a:latin typeface="Calibri"/>
                <a:ea typeface="Calibri"/>
                <a:cs typeface="Calibri"/>
              </a:rPr>
              <a:t>以数据库为例</a:t>
            </a:r>
          </a:p>
          <a:p xmlns:a="http://schemas.openxmlformats.org/drawingml/2006/main"/>
          <a:p xmlns:a="http://schemas.openxmlformats.org/drawingml/2006/main">
            <a:r>
              <a:t>这里讲技术一开始只是在“可信”环境即失败停的假设下开展，逐渐发展</a:t>
            </a:r>
            <a:r>
              <a:t>到“不可信”即拜占庭环境的</a:t>
            </a:r>
            <a:r>
              <a:t>假设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从数据管理的角度看技术的演化，</a:t>
            </a:r>
            <a:r>
              <a:rPr>
                <a:latin typeface="Calibri"/>
                <a:ea typeface="Calibri"/>
                <a:cs typeface="Calibri"/>
              </a:rPr>
              <a:t>以数据库为例</a:t>
            </a:r>
          </a:p>
          <a:p xmlns:a="http://schemas.openxmlformats.org/drawingml/2006/main"/>
          <a:p xmlns:a="http://schemas.openxmlformats.org/drawingml/2006/main">
            <a:r>
              <a:t>这里讲技术一开始只是在“可信”环境即失败停的假设下开展，逐渐发展</a:t>
            </a:r>
            <a:r>
              <a:t>到“不可信”即拜占庭环境的</a:t>
            </a:r>
            <a:r>
              <a:t>假设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从数据管理的角度看技术的演化，</a:t>
            </a:r>
            <a:r>
              <a:rPr>
                <a:latin typeface="Calibri"/>
                <a:ea typeface="Calibri"/>
                <a:cs typeface="Calibri"/>
              </a:rPr>
              <a:t>以数据库为例</a:t>
            </a:r>
          </a:p>
          <a:p xmlns:a="http://schemas.openxmlformats.org/drawingml/2006/main"/>
          <a:p xmlns:a="http://schemas.openxmlformats.org/drawingml/2006/main">
            <a:r>
              <a:t>这里讲技术一开始只是在“可信”环境即失败停的假设下开展，逐渐发展</a:t>
            </a:r>
            <a:r>
              <a:t>到“不可信”即拜占庭环境的</a:t>
            </a:r>
            <a:r>
              <a:t>假设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感谢大家的聆听，请各位专家批评指正。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a4fddd8c746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97fff2dff47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9546f032541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1c4684d7348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2db36fe4245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12824a9c048b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39cf4379145a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90c20ecef45b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d94892699a4b6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d29b6d36a476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299d258c3495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60fcc86c8402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f771c99f747e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ac36f0faf141e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f6f37b6be436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011a6a8a04a9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fffd94a2840a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73a12577c49d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426a29db54332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84a035a8d43e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f890119bb413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d79247705468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a6650af410470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ae9041374486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2f49c3cf14798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5c6d32d7242d0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907609d6b4dbe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484d43c4c4439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44662cd984dfa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aab5b9cf174de1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d08f9404af4468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ec27f72c6543f8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4f8b6250b842b0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e1e903098cd40bd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2d1f93a2614ae0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8667ea4c8a4230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637029f9b84a5d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58507f5d1e4fd0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38659b62b84e6d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a443352387439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97F02527-F4F5-43ED-A7CE-C7F53EB90406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918316"/>
          </a:xfrm>
          <a:custGeom xmlns:a="http://schemas.openxmlformats.org/drawingml/2006/main"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05D1C3D5-2983-4718-B0E0-DDBCF0499B5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" y="-12947"/>
            <a:ext cx="5446133" cy="6870947"/>
          </a:xfrm>
          <a:custGeom xmlns:a="http://schemas.openxmlformats.org/drawingml/2006/main">
            <a:gdLst>
              <a:gd name="connsiteX0" fmla="*/ 0 w 5446133"/>
              <a:gd name="connsiteY0" fmla="*/ 0 h 6870947"/>
              <a:gd name="connsiteX1" fmla="*/ 5446133 w 5446133"/>
              <a:gd name="connsiteY1" fmla="*/ 0 h 6870947"/>
              <a:gd name="connsiteX2" fmla="*/ 5446133 w 5446133"/>
              <a:gd name="connsiteY2" fmla="*/ 6870947 h 6870947"/>
              <a:gd name="connsiteX3" fmla="*/ 0 w 5446133"/>
              <a:gd name="connsiteY3" fmla="*/ 6870947 h 6870947"/>
            </a:gdLst>
            <a:rect l="l" t="t" r="r" b="b"/>
            <a:pathLst>
              <a:path w="5446133" h="6870947">
                <a:moveTo>
                  <a:pt x="0" y="0"/>
                </a:moveTo>
                <a:lnTo>
                  <a:pt x="5446133" y="0"/>
                </a:lnTo>
                <a:lnTo>
                  <a:pt x="5446133" y="6870947"/>
                </a:lnTo>
                <a:lnTo>
                  <a:pt x="0" y="6870947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19E2965C-227F-4639-9E52-BBF7DE63A00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2717074"/>
          </a:xfrm>
          <a:custGeom xmlns:a="http://schemas.openxmlformats.org/drawingml/2006/main">
            <a:gdLst>
              <a:gd name="connsiteX0" fmla="*/ 0 w 12192000"/>
              <a:gd name="connsiteY0" fmla="*/ 0 h 2717074"/>
              <a:gd name="connsiteX1" fmla="*/ 12192000 w 12192000"/>
              <a:gd name="connsiteY1" fmla="*/ 0 h 2717074"/>
              <a:gd name="connsiteX2" fmla="*/ 12192000 w 12192000"/>
              <a:gd name="connsiteY2" fmla="*/ 2717074 h 2717074"/>
              <a:gd name="connsiteX3" fmla="*/ 0 w 12192000"/>
              <a:gd name="connsiteY3" fmla="*/ 2717074 h 2717074"/>
            </a:gdLst>
            <a:rect l="l" t="t" r="r" b="b"/>
            <a:pathLst>
              <a:path w="12192000" h="2717074">
                <a:moveTo>
                  <a:pt x="0" y="0"/>
                </a:moveTo>
                <a:lnTo>
                  <a:pt x="12192000" y="0"/>
                </a:lnTo>
                <a:lnTo>
                  <a:pt x="12192000" y="2717074"/>
                </a:lnTo>
                <a:lnTo>
                  <a:pt x="0" y="2717074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9F27E27D-F093-49E9-91B7-F6F1315133F0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8697951" y="0"/>
            <a:ext cx="3494049" cy="6858000"/>
          </a:xfrm>
          <a:custGeom xmlns:a="http://schemas.openxmlformats.org/drawingml/2006/main"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B116604F-A2F7-4157-932E-4529FEA68B9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3194892" cy="6858000"/>
          </a:xfrm>
          <a:custGeom xmlns:a="http://schemas.openxmlformats.org/drawingml/2006/main"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60021C4-B638-4BD5-A086-59BFA05B50D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AE746B58-D25B-4E78-9821-A5443FC2DE26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740435" y="0"/>
            <a:ext cx="5451567" cy="6858000"/>
          </a:xfrm>
          <a:custGeom xmlns:a="http://schemas.openxmlformats.org/drawingml/2006/main">
            <a:gdLst>
              <a:gd name="connsiteX0" fmla="*/ 0 w 5451566"/>
              <a:gd name="connsiteY0" fmla="*/ 0 h 6858000"/>
              <a:gd name="connsiteX1" fmla="*/ 5451566 w 5451566"/>
              <a:gd name="connsiteY1" fmla="*/ 0 h 6858000"/>
              <a:gd name="connsiteX2" fmla="*/ 5451566 w 5451566"/>
              <a:gd name="connsiteY2" fmla="*/ 6858000 h 6858000"/>
              <a:gd name="connsiteX3" fmla="*/ 0 w 5451566"/>
              <a:gd name="connsiteY3" fmla="*/ 6858000 h 6858000"/>
            </a:gdLst>
            <a:rect l="l" t="t" r="r" b="b"/>
            <a:pathLst>
              <a:path w="5451566" h="6858000">
                <a:moveTo>
                  <a:pt x="0" y="0"/>
                </a:moveTo>
                <a:lnTo>
                  <a:pt x="5451566" y="0"/>
                </a:lnTo>
                <a:lnTo>
                  <a:pt x="545156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4266ADF-EE7F-406E-ABED-4AAFE466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2"/>
            <a:ext cx="12192000" cy="604711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图片占位符 9">
            <a:extLst xmlns:a="http://schemas.openxmlformats.org/drawingml/2006/main">
              <a:ext uri="{FF2B5EF4-FFF2-40B4-BE49-F238E27FC236}">
                <a16:creationId xmlns:a16="http://schemas.microsoft.com/office/drawing/2014/main" id="{1D22244F-8EA0-420E-8401-5F4A243F666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-1" y="0"/>
            <a:ext cx="12192000" cy="2486722"/>
          </a:xfrm>
          <a:custGeom xmlns:a="http://schemas.openxmlformats.org/drawingml/2006/main">
            <a:gdLst>
              <a:gd name="connsiteX0" fmla="*/ 0 w 12192000"/>
              <a:gd name="connsiteY0" fmla="*/ 0 h 2486722"/>
              <a:gd name="connsiteX1" fmla="*/ 12192000 w 12192000"/>
              <a:gd name="connsiteY1" fmla="*/ 0 h 2486722"/>
              <a:gd name="connsiteX2" fmla="*/ 12192000 w 12192000"/>
              <a:gd name="connsiteY2" fmla="*/ 2486722 h 2486722"/>
              <a:gd name="connsiteX3" fmla="*/ 0 w 12192000"/>
              <a:gd name="connsiteY3" fmla="*/ 2486722 h 2486722"/>
            </a:gdLst>
            <a:rect l="l" t="t" r="r" b="b"/>
            <a:pathLst>
              <a:path w="12192000" h="2486722">
                <a:moveTo>
                  <a:pt x="0" y="0"/>
                </a:moveTo>
                <a:lnTo>
                  <a:pt x="12192000" y="0"/>
                </a:lnTo>
                <a:lnTo>
                  <a:pt x="12192000" y="2486722"/>
                </a:lnTo>
                <a:lnTo>
                  <a:pt x="0" y="2486722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288272-C44E-47F2-82CE-77B02902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0FB2F78-39C8-4C73-98B3-3FE271B8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3884F02E-B391-430B-BDF2-7F0B92E9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0455FB6-BC71-4B37-AED6-088B01A0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  <p:sp>
        <p:nvSpPr>
          <p:cNvPr id="13" name="图片占位符 9">
            <a:extLst xmlns:a="http://schemas.openxmlformats.org/drawingml/2006/main">
              <a:ext uri="{FF2B5EF4-FFF2-40B4-BE49-F238E27FC236}">
                <a16:creationId xmlns:a16="http://schemas.microsoft.com/office/drawing/2014/main" id="{5B34A88F-A54C-4093-8440-F1342BDA38A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317625" y="1333500"/>
            <a:ext cx="2528888" cy="15033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图片占位符 9">
            <a:extLst xmlns:a="http://schemas.openxmlformats.org/drawingml/2006/main">
              <a:ext uri="{FF2B5EF4-FFF2-40B4-BE49-F238E27FC236}">
                <a16:creationId xmlns:a16="http://schemas.microsoft.com/office/drawing/2014/main" id="{2E944A57-BEAA-4A9B-B868-46A6E0C82616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4831275" y="1344821"/>
            <a:ext cx="2528888" cy="15033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图片占位符 9">
            <a:extLst xmlns:a="http://schemas.openxmlformats.org/drawingml/2006/main">
              <a:ext uri="{FF2B5EF4-FFF2-40B4-BE49-F238E27FC236}">
                <a16:creationId xmlns:a16="http://schemas.microsoft.com/office/drawing/2014/main" id="{9CCDA3B0-7F60-4747-A8C1-15FA3FBADFA4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8344925" y="1333500"/>
            <a:ext cx="2528888" cy="15033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AB1D45F-B6AD-439D-ABCB-F6255BAE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74270B20-3F16-446D-8AAF-B596A795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78A2A1D5-4E57-4AEC-BB12-AE7DAE18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A8BEE4B9-3349-48D2-9708-77682C76F75A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016227" y="2773142"/>
            <a:ext cx="4972049" cy="2952750"/>
          </a:xfrm>
          <a:custGeom xmlns:a="http://schemas.openxmlformats.org/drawingml/2006/main">
            <a:gdLst>
              <a:gd name="connsiteX0" fmla="*/ 0 w 4972049"/>
              <a:gd name="connsiteY0" fmla="*/ 0 h 2952750"/>
              <a:gd name="connsiteX1" fmla="*/ 4972049 w 4972049"/>
              <a:gd name="connsiteY1" fmla="*/ 0 h 2952750"/>
              <a:gd name="connsiteX2" fmla="*/ 4972049 w 4972049"/>
              <a:gd name="connsiteY2" fmla="*/ 2952750 h 2952750"/>
              <a:gd name="connsiteX3" fmla="*/ 0 w 4972049"/>
              <a:gd name="connsiteY3" fmla="*/ 2952750 h 2952750"/>
            </a:gdLst>
            <a:rect l="l" t="t" r="r" b="b"/>
            <a:pathLst>
              <a:path w="4972049" h="2952750">
                <a:moveTo>
                  <a:pt x="0" y="0"/>
                </a:moveTo>
                <a:lnTo>
                  <a:pt x="4972049" y="0"/>
                </a:lnTo>
                <a:lnTo>
                  <a:pt x="4972049" y="2952750"/>
                </a:lnTo>
                <a:lnTo>
                  <a:pt x="0" y="29527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C610033-6CC7-479A-8508-C7FE326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7FBBA618-8FAC-480F-95B2-78EF0688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5A343-4126-4BD6-8FA6-05DA81A5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  <p:sp>
        <p:nvSpPr>
          <p:cNvPr id="15" name="图片占位符 14">
            <a:extLst xmlns:a="http://schemas.openxmlformats.org/drawingml/2006/main">
              <a:ext uri="{FF2B5EF4-FFF2-40B4-BE49-F238E27FC236}">
                <a16:creationId xmlns:a16="http://schemas.microsoft.com/office/drawing/2014/main" id="{912DC241-FB15-44BE-9D16-4CEF5D1476BE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829300" y="1159833"/>
            <a:ext cx="1524000" cy="1524000"/>
          </a:xfrm>
          <a:custGeom xmlns:a="http://schemas.openxmlformats.org/drawingml/2006/main"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图片占位符 15">
            <a:extLst xmlns:a="http://schemas.openxmlformats.org/drawingml/2006/main">
              <a:ext uri="{FF2B5EF4-FFF2-40B4-BE49-F238E27FC236}">
                <a16:creationId xmlns:a16="http://schemas.microsoft.com/office/drawing/2014/main" id="{356901F1-5F07-4B56-B9EF-BE09BB3E2FC3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4962525" y="2955295"/>
            <a:ext cx="1524000" cy="1524000"/>
          </a:xfrm>
          <a:custGeom xmlns:a="http://schemas.openxmlformats.org/drawingml/2006/main"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ECE2AE8A-A194-433F-A974-ADEE8ADDF97B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5829300" y="4750758"/>
            <a:ext cx="1524000" cy="1524000"/>
          </a:xfrm>
          <a:custGeom xmlns:a="http://schemas.openxmlformats.org/drawingml/2006/main"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7509E76-81EF-4FD5-93E6-25F462F9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F351D08B-747D-4F71-9B10-C2FE736B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246972D-DDA4-405F-B1EB-05B19727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  <p:sp>
        <p:nvSpPr>
          <p:cNvPr id="20" name="图片占位符 19">
            <a:extLst xmlns:a="http://schemas.openxmlformats.org/drawingml/2006/main">
              <a:ext uri="{FF2B5EF4-FFF2-40B4-BE49-F238E27FC236}">
                <a16:creationId xmlns:a16="http://schemas.microsoft.com/office/drawing/2014/main" id="{123F92DD-FFB8-4C15-AB15-29530FC7A400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800100" y="1562099"/>
            <a:ext cx="1552576" cy="1552576"/>
          </a:xfrm>
          <a:custGeom xmlns:a="http://schemas.openxmlformats.org/drawingml/2006/main"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D75E1AA4-4915-4139-9549-547AE9C933B9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6391273" y="1562098"/>
            <a:ext cx="1552576" cy="1552576"/>
          </a:xfrm>
          <a:custGeom xmlns:a="http://schemas.openxmlformats.org/drawingml/2006/main"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图片占位符 21">
            <a:extLst xmlns:a="http://schemas.openxmlformats.org/drawingml/2006/main">
              <a:ext uri="{FF2B5EF4-FFF2-40B4-BE49-F238E27FC236}">
                <a16:creationId xmlns:a16="http://schemas.microsoft.com/office/drawing/2014/main" id="{3AA969D2-C2DD-4D42-90EE-DBCA0A5EA9E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800099" y="3990806"/>
            <a:ext cx="1552576" cy="1552576"/>
          </a:xfrm>
          <a:custGeom xmlns:a="http://schemas.openxmlformats.org/drawingml/2006/main"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图片占位符 22">
            <a:extLst xmlns:a="http://schemas.openxmlformats.org/drawingml/2006/main">
              <a:ext uri="{FF2B5EF4-FFF2-40B4-BE49-F238E27FC236}">
                <a16:creationId xmlns:a16="http://schemas.microsoft.com/office/drawing/2014/main" id="{63958721-D4FD-4C18-9A2A-4C55338203B8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391272" y="3990805"/>
            <a:ext cx="1552576" cy="1552576"/>
          </a:xfrm>
          <a:custGeom xmlns:a="http://schemas.openxmlformats.org/drawingml/2006/main"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837FB5A-075A-4B77-A450-7B4E6037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5B5A3B89-52BB-4A41-B4EC-66624C4C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424CAD2-56EE-497F-99A2-C1B319C1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  <p:sp>
        <p:nvSpPr>
          <p:cNvPr id="14" name="图片占位符 13">
            <a:extLst xmlns:a="http://schemas.openxmlformats.org/drawingml/2006/main">
              <a:ext uri="{FF2B5EF4-FFF2-40B4-BE49-F238E27FC236}">
                <a16:creationId xmlns:a16="http://schemas.microsoft.com/office/drawing/2014/main" id="{886C50F9-9069-448B-BD64-B3E3C09D345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933451" y="1933575"/>
            <a:ext cx="1933575" cy="1162050"/>
          </a:xfrm>
          <a:custGeom xmlns:a="http://schemas.openxmlformats.org/drawingml/2006/main"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图片占位符 18">
            <a:extLst xmlns:a="http://schemas.openxmlformats.org/drawingml/2006/main">
              <a:ext uri="{FF2B5EF4-FFF2-40B4-BE49-F238E27FC236}">
                <a16:creationId xmlns:a16="http://schemas.microsoft.com/office/drawing/2014/main" id="{5703168A-40B7-488F-881B-686E12971797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31331" y="1933575"/>
            <a:ext cx="1933575" cy="1162050"/>
          </a:xfrm>
          <a:custGeom xmlns:a="http://schemas.openxmlformats.org/drawingml/2006/main"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图片占位符 19">
            <a:extLst xmlns:a="http://schemas.openxmlformats.org/drawingml/2006/main">
              <a:ext uri="{FF2B5EF4-FFF2-40B4-BE49-F238E27FC236}">
                <a16:creationId xmlns:a16="http://schemas.microsoft.com/office/drawing/2014/main" id="{ABDE4A5B-7F2C-46E5-A7B6-AAF414BFBFFE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5129211" y="1933575"/>
            <a:ext cx="1933575" cy="1162050"/>
          </a:xfrm>
          <a:custGeom xmlns:a="http://schemas.openxmlformats.org/drawingml/2006/main"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8E1019DF-69A8-41FF-A649-4F2059015878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227093" y="1933575"/>
            <a:ext cx="1933575" cy="1162050"/>
          </a:xfrm>
          <a:custGeom xmlns:a="http://schemas.openxmlformats.org/drawingml/2006/main"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图片占位符 21">
            <a:extLst xmlns:a="http://schemas.openxmlformats.org/drawingml/2006/main">
              <a:ext uri="{FF2B5EF4-FFF2-40B4-BE49-F238E27FC236}">
                <a16:creationId xmlns:a16="http://schemas.microsoft.com/office/drawing/2014/main" id="{1CCB8022-6142-49DD-A66D-3DDDE6D96EF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9324975" y="1933575"/>
            <a:ext cx="1933575" cy="1162050"/>
          </a:xfrm>
          <a:custGeom xmlns:a="http://schemas.openxmlformats.org/drawingml/2006/main"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图片占位符 10">
            <a:extLst xmlns:a="http://schemas.openxmlformats.org/drawingml/2006/main">
              <a:ext uri="{FF2B5EF4-FFF2-40B4-BE49-F238E27FC236}">
                <a16:creationId xmlns:a16="http://schemas.microsoft.com/office/drawing/2014/main" id="{2B30BC7A-5796-4A1D-A839-BDF27EEC732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8353425" y="1152525"/>
            <a:ext cx="2638425" cy="2419350"/>
          </a:xfrm>
          <a:custGeom xmlns:a="http://schemas.openxmlformats.org/drawingml/2006/main">
            <a:gdLst>
              <a:gd name="connsiteX0" fmla="*/ 2638425 w 2638425"/>
              <a:gd name="connsiteY0" fmla="*/ 0 h 2419350"/>
              <a:gd name="connsiteX1" fmla="*/ 2486025 w 2638425"/>
              <a:gd name="connsiteY1" fmla="*/ 2228850 h 2419350"/>
              <a:gd name="connsiteX2" fmla="*/ 0 w 2638425"/>
              <a:gd name="connsiteY2" fmla="*/ 2419350 h 2419350"/>
              <a:gd name="connsiteX3" fmla="*/ 171450 w 2638425"/>
              <a:gd name="connsiteY3" fmla="*/ 695325 h 2419350"/>
            </a:gdLst>
            <a:rect l="l" t="t" r="r" b="b"/>
            <a:pathLst>
              <a:path w="2638425" h="2419350">
                <a:moveTo>
                  <a:pt x="2638425" y="0"/>
                </a:moveTo>
                <a:lnTo>
                  <a:pt x="2486025" y="2228850"/>
                </a:lnTo>
                <a:lnTo>
                  <a:pt x="0" y="2419350"/>
                </a:lnTo>
                <a:lnTo>
                  <a:pt x="171450" y="69532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09EC0F6-F72C-4118-BD04-D6C601A8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EFA716D1-071A-41FA-9A63-97F7813E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F85A2D8-D937-4F67-B629-9E2AF688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图片占位符 8">
            <a:extLst xmlns:a="http://schemas.openxmlformats.org/drawingml/2006/main">
              <a:ext uri="{FF2B5EF4-FFF2-40B4-BE49-F238E27FC236}">
                <a16:creationId xmlns:a16="http://schemas.microsoft.com/office/drawing/2014/main" id="{D256C67F-8157-4172-A0B5-E095F1A17090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90551" y="1437117"/>
            <a:ext cx="5505451" cy="3392058"/>
          </a:xfrm>
          <a:custGeom xmlns:a="http://schemas.openxmlformats.org/drawingml/2006/main">
            <a:gdLst>
              <a:gd name="connsiteX0" fmla="*/ 0 w 5505450"/>
              <a:gd name="connsiteY0" fmla="*/ 0 h 3392058"/>
              <a:gd name="connsiteX1" fmla="*/ 5505450 w 5505450"/>
              <a:gd name="connsiteY1" fmla="*/ 0 h 3392058"/>
              <a:gd name="connsiteX2" fmla="*/ 5505450 w 5505450"/>
              <a:gd name="connsiteY2" fmla="*/ 3392058 h 3392058"/>
              <a:gd name="connsiteX3" fmla="*/ 0 w 5505450"/>
              <a:gd name="connsiteY3" fmla="*/ 3392058 h 3392058"/>
            </a:gdLst>
            <a:rect l="l" t="t" r="r" b="b"/>
            <a:pathLst>
              <a:path w="5505450" h="3392058">
                <a:moveTo>
                  <a:pt x="0" y="0"/>
                </a:moveTo>
                <a:lnTo>
                  <a:pt x="5505450" y="0"/>
                </a:lnTo>
                <a:lnTo>
                  <a:pt x="5505450" y="3392058"/>
                </a:lnTo>
                <a:lnTo>
                  <a:pt x="0" y="3392058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EC6AE89-1EE3-4ADA-9DC8-A07D5177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57BFF73E-C666-43E2-B4A9-758EEFCA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5BD909D-DC00-4257-9835-8E96F19E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3480617-FC36-4F52-9B9B-8415E894E0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D3DA7C4-5EA0-44DD-8751-1D264C9583A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1851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889F9D5-5422-4B33-A562-2625EB849E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AF3954A-069F-4AA1-85BA-D0686909B6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B3AB74F-1069-480D-90FE-F7AC7F5B02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5B26FBB-0378-492B-866B-1794674BDF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EA42C57-DAD5-4C26-A392-89A08E8E6806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EA2493A-868F-4D6B-B2F9-A2EE09FEDC44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F11592-A474-42AD-9892-7EE770D73B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BA13CB5-D9CF-4229-B03E-5E2136A48D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9B33C30-86E1-4283-9E8E-2601AD1BE1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768B548-3A17-4143-94F3-5D069161F5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F0B9EF9-E739-4812-858A-5314CBD48C86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909A853-8393-45D1-A07C-44E9B83156E7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69E33BB-87B4-4713-927B-1C3ABAB452A1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30492FF-194E-4B29-9821-D808AA503727}"/>
              </a:ext>
            </a:extLst>
          </p:cNvPr>
          <p:cNvSpPr>
            <a:spLocks xmlns:a="http://schemas.openxmlformats.org/drawingml/2006/main" noGrp="1"/>
          </p:cNvSpPr>
          <p:nvPr>
            <p:ph idx="4" hasCustomPrompt="1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D5CD362-CD79-46CE-BAA2-525BB64B7E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8C9BAB3-F1D6-4205-B6AB-519840CE5B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5E6A590-1411-4E0E-84C7-025DBA4943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11D4F13-4251-4A44-A2C6-7041BA78E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6538695-CE97-4B49-B836-A769122968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5F9D466-13C2-463C-9DB7-974B79BEE9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122B20B-0096-45D4-B631-25FF40F78E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BA955CB-155F-4A57-A6A2-835BC80A82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3A68512-FBE7-4DC1-9B73-CBD86B95F4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A090570-0233-4B4B-A147-68289E1558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714167-B774-4867-9749-A5EB49A03B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E6F9FC2-B655-4B68-AD41-A44DEE4DB4B5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6EC651B-4F4D-4F4B-9146-A93816C89597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4DF2C3C-FE47-481B-B5DC-E2EF324C8D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A83F9F4-383A-4B80-A634-FCA347FFF0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4D69485-15A9-41EE-A61E-D5C7AF64B9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73AF2B4-EDB4-4AD5-A0F9-89057DAA7A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B554DA2B-1D4F-42EF-AC57-0289DA728DC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单击图标添加图片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52F9407-89CB-4E04-8C24-A99D82A20B88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26CDC3C-133B-42F9-BF18-08A7C5F5B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C667C6F-94B7-43E6-8438-BBC5F83196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6EA62C5-2257-4601-9B3B-0B62FE080C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85E7D7F-DDE6-4527-AD60-81119CD018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6CBD003-916C-4DAB-934A-82CA90242ED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85EA311-51CD-42B4-9E1F-DADEC79FD7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117DA8E-D895-423D-AEA2-CA3F577321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15ADC26-71F9-4B6A-8815-938EC0FA5E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F27B898-CE58-4B3C-ACFE-15CFBCCD5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81D958-EFC1-4DD7-A131-D1955ACB0B6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52A54AF-9E38-4252-A834-E6BD931E1E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C515840-5EDF-48D1-A7C0-D29E58D44E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3E2E49-4E6A-4EC8-AFF5-1D889C7606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>
  <p:cSld name="标题，文本与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CECA97-A493-4FCB-AC7F-C9116FB709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5686A54-3BDD-44E2-8EF3-3A48BA6C15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5EB4574-C234-4864-8B21-2687E9365B8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4FDD125-A5E7-4004-BE2F-49C91A3ADB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Arial"/>
                <a:ea typeface="Arial"/>
                <a:cs typeface="Arial"/>
              </a:rPr>
              <a:t>P2P网络</a:t>
            </a:r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3EC331-C734-44D9-9681-B11A45D00C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Arial"/>
                <a:ea typeface="Arial"/>
                <a:cs typeface="Arial"/>
              </a:rP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C2486CA-8436-4E8D-8625-00522DD3BB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98FA1C-7C18-440C-87B4-B695F66EB8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4A847A4-13A5-4D36-9DC0-D21E91B924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  <p:hf hdr="0" ftr="0" dt="0"/>
</p:sldLayout>
</file>

<file path=ppt/slideLayouts/slideLayout28.xml><?xml version="1.0" encoding="utf-8"?>
<p:sldLayout xmlns:p="http://schemas.openxmlformats.org/presentationml/2006/main">
  <p:cSld name="自定义版式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EF7837-C219-4587-B601-2D1DE3E6D6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28600"/>
            <a:ext cx="10871200" cy="8048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46AB1168-21BC-4691-8B77-664B9BC521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0" y="1017588"/>
            <a:ext cx="711200" cy="244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marL="0" marR="0" indent="0" algn="ct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</a:pPr>
          </a:p>
        </p:txBody>
      </p:sp>
    </p:spTree>
  </p:cSld>
  <p:hf hdr="0" ftr="0" dt="0"/>
</p:sldLayout>
</file>

<file path=ppt/slideLayouts/slideLayout29.xml><?xml version="1.0" encoding="utf-8"?>
<p:sldLayout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12E8E8BB-BDBF-4F19-81FA-416CE65375B7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918316"/>
          </a:xfrm>
          <a:custGeom xmlns:a="http://schemas.openxmlformats.org/drawingml/2006/main"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30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D0163DD-AD4D-4E3E-AE4C-7391F656492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ACBDA4C-0562-410B-A94D-DF021DE5E8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73A32AA-8F81-47F7-8A95-FE5C685793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FE47DF3-F0FF-4559-9EA6-6B205E31D7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B51AB14-D339-44E8-8A8D-64BC79CD2C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D87C41-A36B-4CDD-9D2B-AF4E456DB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8BB5C48-25D4-43B1-AF6F-CEBD2915A9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4A5BD1A-1B6B-4FD6-9146-8ECDBC0936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52EBCD0-DF1A-42D6-9981-0F44B54673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AB170A1-C98A-4FAC-BDF2-61A6742AA6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2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FDEC18-4E95-49AC-99EA-40F52BB33C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7D92BB8-871A-4A25-AB98-F45BCBAD8E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007B3F8-9708-4636-86F4-F082B91617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636EC8F-1180-4A54-A312-26EB11F3D5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395CAF-B1B9-42C4-A28B-3336FFBB1C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FF57665-A395-41C8-9092-84FE2AB0B4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B047F06-3DEA-491C-81FC-DB405DF8F5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5FF42A5-E9C0-440B-B120-1E0B7B58A4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19787B3-39EF-4302-B6F7-209E8A849C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1AD6A92-0C71-4913-A87C-7ED502D45C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C99A8F2-25C5-4C41-9A95-1CF8E7D0CC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F75257-1A1E-4415-ADFD-9662F87479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6DE2BCD-1959-43D5-A073-B6EC6BF154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B0DFB8D-CE85-4DAC-A928-AB8A54CA729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161C84E-52BE-4366-A7A8-6EA0EE82771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4C0A4AD-BE3D-4088-A8BA-D87862EB20D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B1E7EEA-7457-4CDB-9A25-C473DF96FB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C6188D-6991-4BFA-8F59-EB4E29C85B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BEA16D3-D399-4554-AAB4-86522D8B6E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C9168AB-EAA5-4101-B88F-EFAFDBFAAA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2AC7716-740E-494C-B84A-4C5359EF7F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D66E510-1C93-465B-95AA-0FCD2B3223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A21EEA0-6C50-421B-B075-7197A3DA4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44E3228-3207-40F4-97DF-ED8852F248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4E5A7F8-B73D-44C1-9EDF-9D555205F0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5D2964E-EC64-46A2-9B08-13D4C24C9D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7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F8DAB15-35D3-4106-8FBC-9AEEFC32A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B8F5D0F-85AF-443B-BE5C-4314137458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0308B5A-FEE0-416A-8765-E78C5DA9E1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E5ED29E-25FD-4801-9C97-4F4528D08D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FECE403-C889-41CB-8C48-0B9F3422C3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21C6ACE-B12B-4EDF-AE85-2761E43B2E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2898D73-D409-4B6B-AB58-0020A289A8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A6DBE6E-F4CB-44C6-8A3C-C6186109A93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238A739-5937-4FCB-8FA8-9C9D719650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BC2C239-DDD4-4464-A79E-DB021363F4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BA50CC6-B817-4564-BA37-21D7C69629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7955A62-BD11-40BF-B0E8-D9D91482B4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9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F79CAA9-54CF-4E87-B465-0A7661AB7B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2C5325F-E64B-4929-9D2D-AFEF7FF6DA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F9986D-34FC-40C4-8B86-4461936EA5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54F6FDC-F239-4634-A9F2-CF290171D3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E290C0E-D274-4E85-8573-C5952849AB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40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F8DFA3A-BC8A-4A96-8938-F2CF59629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DC5DA6C-90A5-44DF-908D-741B80E00C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CAA4C72-9C20-43B3-A2DD-0BA9101820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A1E726D-BEB7-4C78-9C2B-0E194ED2C7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8BC7B7A-D008-484F-A5A8-D364696837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d2f41417ac4db4" /><Relationship Type="http://schemas.openxmlformats.org/officeDocument/2006/relationships/slideLayout" Target="/ppt/slideLayouts/slideLayout1.xml" Id="R42b2f26c79724731" /><Relationship Type="http://schemas.openxmlformats.org/officeDocument/2006/relationships/slideLayout" Target="/ppt/slideLayouts/slideLayout2.xml" Id="R0fdd67f3daf34efe" /><Relationship Type="http://schemas.openxmlformats.org/officeDocument/2006/relationships/slideLayout" Target="/ppt/slideLayouts/slideLayout3.xml" Id="R098050ce95384975" /><Relationship Type="http://schemas.openxmlformats.org/officeDocument/2006/relationships/slideLayout" Target="/ppt/slideLayouts/slideLayout4.xml" Id="R506fbbbb843a45cd" /><Relationship Type="http://schemas.openxmlformats.org/officeDocument/2006/relationships/slideLayout" Target="/ppt/slideLayouts/slideLayout5.xml" Id="R99c8a39c4f50480f" /><Relationship Type="http://schemas.openxmlformats.org/officeDocument/2006/relationships/slideLayout" Target="/ppt/slideLayouts/slideLayout6.xml" Id="R97e81216de0a481b" /><Relationship Type="http://schemas.openxmlformats.org/officeDocument/2006/relationships/slideLayout" Target="/ppt/slideLayouts/slideLayout7.xml" Id="R390d01e38c5d4bb4" /><Relationship Type="http://schemas.openxmlformats.org/officeDocument/2006/relationships/slideLayout" Target="/ppt/slideLayouts/slideLayout8.xml" Id="Rf22ca586f30b48c3" /><Relationship Type="http://schemas.openxmlformats.org/officeDocument/2006/relationships/slideLayout" Target="/ppt/slideLayouts/slideLayout9.xml" Id="R3a00e0256c364600" /><Relationship Type="http://schemas.openxmlformats.org/officeDocument/2006/relationships/slideLayout" Target="/ppt/slideLayouts/slideLayout10.xml" Id="Rc4a0e36454704c49" /><Relationship Type="http://schemas.openxmlformats.org/officeDocument/2006/relationships/slideLayout" Target="/ppt/slideLayouts/slideLayout11.xml" Id="R9eefd6edf46e4265" /><Relationship Type="http://schemas.openxmlformats.org/officeDocument/2006/relationships/slideLayout" Target="/ppt/slideLayouts/slideLayout12.xml" Id="Rb541c83594b24b48" /><Relationship Type="http://schemas.openxmlformats.org/officeDocument/2006/relationships/slideLayout" Target="/ppt/slideLayouts/slideLayout13.xml" Id="R18e0176c7e744e3b" /><Relationship Type="http://schemas.openxmlformats.org/officeDocument/2006/relationships/slideLayout" Target="/ppt/slideLayouts/slideLayout14.xml" Id="R11df56f2329940cc" /><Relationship Type="http://schemas.openxmlformats.org/officeDocument/2006/relationships/slideLayout" Target="/ppt/slideLayouts/slideLayout15.xml" Id="R600ed650a4434a2d" /><Relationship Type="http://schemas.openxmlformats.org/officeDocument/2006/relationships/slideLayout" Target="/ppt/slideLayouts/slideLayout16.xml" Id="R05b179f85da541a2" /><Relationship Type="http://schemas.openxmlformats.org/officeDocument/2006/relationships/slideLayout" Target="/ppt/slideLayouts/slideLayout17.xml" Id="R21e55fa99237455c" /><Relationship Type="http://schemas.openxmlformats.org/officeDocument/2006/relationships/slideLayout" Target="/ppt/slideLayouts/slideLayout18.xml" Id="Rb2ba7158708d4f30" /><Relationship Type="http://schemas.openxmlformats.org/officeDocument/2006/relationships/slideLayout" Target="/ppt/slideLayouts/slideLayout19.xml" Id="R1d45b009b82a44b6" /><Relationship Type="http://schemas.openxmlformats.org/officeDocument/2006/relationships/slideLayout" Target="/ppt/slideLayouts/slideLayout20.xml" Id="Rfe2fd61521714b09" /><Relationship Type="http://schemas.openxmlformats.org/officeDocument/2006/relationships/slideLayout" Target="/ppt/slideLayouts/slideLayout21.xml" Id="Re3251c403b354586" /><Relationship Type="http://schemas.openxmlformats.org/officeDocument/2006/relationships/slideLayout" Target="/ppt/slideLayouts/slideLayout22.xml" Id="Rea6d29196ab049d5" /><Relationship Type="http://schemas.openxmlformats.org/officeDocument/2006/relationships/slideLayout" Target="/ppt/slideLayouts/slideLayout23.xml" Id="Rec451e4188b748df" /><Relationship Type="http://schemas.openxmlformats.org/officeDocument/2006/relationships/slideLayout" Target="/ppt/slideLayouts/slideLayout24.xml" Id="R322307d9af604192" /><Relationship Type="http://schemas.openxmlformats.org/officeDocument/2006/relationships/slideLayout" Target="/ppt/slideLayouts/slideLayout25.xml" Id="R063893bf723c4a6d" /><Relationship Type="http://schemas.openxmlformats.org/officeDocument/2006/relationships/slideLayout" Target="/ppt/slideLayouts/slideLayout26.xml" Id="Rdba5f232f9024306" /><Relationship Type="http://schemas.openxmlformats.org/officeDocument/2006/relationships/slideLayout" Target="/ppt/slideLayouts/slideLayout27.xml" Id="Ra4ba842903a5468e" /><Relationship Type="http://schemas.openxmlformats.org/officeDocument/2006/relationships/slideLayout" Target="/ppt/slideLayouts/slideLayout28.xml" Id="R542df4cf94b54b34" /><Relationship Type="http://schemas.openxmlformats.org/officeDocument/2006/relationships/slideLayout" Target="/ppt/slideLayouts/slideLayout29.xml" Id="Rdcb457d8a0384d6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e03cc5fe0fe469d" /><Relationship Type="http://schemas.openxmlformats.org/officeDocument/2006/relationships/slideLayout" Target="/ppt/slideLayouts/slideLayout30.xml" Id="R3e6f015d011a4fdc" /><Relationship Type="http://schemas.openxmlformats.org/officeDocument/2006/relationships/slideLayout" Target="/ppt/slideLayouts/slideLayout31.xml" Id="R28853b39fa5a4bb3" /><Relationship Type="http://schemas.openxmlformats.org/officeDocument/2006/relationships/slideLayout" Target="/ppt/slideLayouts/slideLayout32.xml" Id="R31f592d3cd8e4dbb" /><Relationship Type="http://schemas.openxmlformats.org/officeDocument/2006/relationships/slideLayout" Target="/ppt/slideLayouts/slideLayout33.xml" Id="Rbd36c9f623814904" /><Relationship Type="http://schemas.openxmlformats.org/officeDocument/2006/relationships/slideLayout" Target="/ppt/slideLayouts/slideLayout34.xml" Id="R89801ffffe684567" /><Relationship Type="http://schemas.openxmlformats.org/officeDocument/2006/relationships/slideLayout" Target="/ppt/slideLayouts/slideLayout35.xml" Id="R316e06ef1a034773" /><Relationship Type="http://schemas.openxmlformats.org/officeDocument/2006/relationships/slideLayout" Target="/ppt/slideLayouts/slideLayout36.xml" Id="R30a82e827a3d4acb" /><Relationship Type="http://schemas.openxmlformats.org/officeDocument/2006/relationships/slideLayout" Target="/ppt/slideLayouts/slideLayout37.xml" Id="R3c6db73d900f4e0d" /><Relationship Type="http://schemas.openxmlformats.org/officeDocument/2006/relationships/slideLayout" Target="/ppt/slideLayouts/slideLayout38.xml" Id="R790423f5273f4b37" /><Relationship Type="http://schemas.openxmlformats.org/officeDocument/2006/relationships/slideLayout" Target="/ppt/slideLayouts/slideLayout39.xml" Id="R4e954d8c27164d2c" /><Relationship Type="http://schemas.openxmlformats.org/officeDocument/2006/relationships/slideLayout" Target="/ppt/slideLayouts/slideLayout40.xml" Id="Rb386c296acca457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83E7171-0476-4727-8ABF-669A7FDB53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7338861-1E17-4288-A0BD-4EB21CFABC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5E166D2-2E50-4E83-9986-F8ECBEB2929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90DD9C-E84E-41A6-B6B5-C910ACA4127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36CC5EE-D1AF-483D-9B4D-B420B77134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b2f26c79724731"/>
    <p:sldLayoutId xmlns:r="http://schemas.openxmlformats.org/officeDocument/2006/relationships" id="2147483650" r:id="R0fdd67f3daf34efe"/>
    <p:sldLayoutId xmlns:r="http://schemas.openxmlformats.org/officeDocument/2006/relationships" id="2147483651" r:id="R098050ce95384975"/>
    <p:sldLayoutId xmlns:r="http://schemas.openxmlformats.org/officeDocument/2006/relationships" id="2147483652" r:id="R506fbbbb843a45cd"/>
    <p:sldLayoutId xmlns:r="http://schemas.openxmlformats.org/officeDocument/2006/relationships" id="2147483653" r:id="R99c8a39c4f50480f"/>
    <p:sldLayoutId xmlns:r="http://schemas.openxmlformats.org/officeDocument/2006/relationships" id="2147483654" r:id="R97e81216de0a481b"/>
    <p:sldLayoutId xmlns:r="http://schemas.openxmlformats.org/officeDocument/2006/relationships" id="2147483655" r:id="R390d01e38c5d4bb4"/>
    <p:sldLayoutId xmlns:r="http://schemas.openxmlformats.org/officeDocument/2006/relationships" id="2147483656" r:id="Rf22ca586f30b48c3"/>
    <p:sldLayoutId xmlns:r="http://schemas.openxmlformats.org/officeDocument/2006/relationships" id="2147483657" r:id="R3a00e0256c364600"/>
    <p:sldLayoutId xmlns:r="http://schemas.openxmlformats.org/officeDocument/2006/relationships" id="2147483658" r:id="Rc4a0e36454704c49"/>
    <p:sldLayoutId xmlns:r="http://schemas.openxmlformats.org/officeDocument/2006/relationships" id="2147483659" r:id="R9eefd6edf46e4265"/>
    <p:sldLayoutId xmlns:r="http://schemas.openxmlformats.org/officeDocument/2006/relationships" id="2147483660" r:id="Rb541c83594b24b48"/>
    <p:sldLayoutId xmlns:r="http://schemas.openxmlformats.org/officeDocument/2006/relationships" id="2147483661" r:id="R18e0176c7e744e3b"/>
    <p:sldLayoutId xmlns:r="http://schemas.openxmlformats.org/officeDocument/2006/relationships" id="2147483662" r:id="R11df56f2329940cc"/>
    <p:sldLayoutId xmlns:r="http://schemas.openxmlformats.org/officeDocument/2006/relationships" id="2147483663" r:id="R600ed650a4434a2d"/>
    <p:sldLayoutId xmlns:r="http://schemas.openxmlformats.org/officeDocument/2006/relationships" id="2147483664" r:id="R05b179f85da541a2"/>
    <p:sldLayoutId xmlns:r="http://schemas.openxmlformats.org/officeDocument/2006/relationships" id="2147483665" r:id="R21e55fa99237455c"/>
    <p:sldLayoutId xmlns:r="http://schemas.openxmlformats.org/officeDocument/2006/relationships" id="2147483666" r:id="Rb2ba7158708d4f30"/>
    <p:sldLayoutId xmlns:r="http://schemas.openxmlformats.org/officeDocument/2006/relationships" id="2147483667" r:id="R1d45b009b82a44b6"/>
    <p:sldLayoutId xmlns:r="http://schemas.openxmlformats.org/officeDocument/2006/relationships" id="2147483668" r:id="Rfe2fd61521714b09"/>
    <p:sldLayoutId xmlns:r="http://schemas.openxmlformats.org/officeDocument/2006/relationships" id="2147483669" r:id="Re3251c403b354586"/>
    <p:sldLayoutId xmlns:r="http://schemas.openxmlformats.org/officeDocument/2006/relationships" id="2147483670" r:id="Rea6d29196ab049d5"/>
    <p:sldLayoutId xmlns:r="http://schemas.openxmlformats.org/officeDocument/2006/relationships" id="2147483671" r:id="Rec451e4188b748df"/>
    <p:sldLayoutId xmlns:r="http://schemas.openxmlformats.org/officeDocument/2006/relationships" id="2147483672" r:id="R322307d9af604192"/>
    <p:sldLayoutId xmlns:r="http://schemas.openxmlformats.org/officeDocument/2006/relationships" id="2147483673" r:id="R063893bf723c4a6d"/>
    <p:sldLayoutId xmlns:r="http://schemas.openxmlformats.org/officeDocument/2006/relationships" id="2147483674" r:id="Rdba5f232f9024306"/>
    <p:sldLayoutId xmlns:r="http://schemas.openxmlformats.org/officeDocument/2006/relationships" id="2147483675" r:id="Ra4ba842903a5468e"/>
    <p:sldLayoutId xmlns:r="http://schemas.openxmlformats.org/officeDocument/2006/relationships" id="2147483676" r:id="R542df4cf94b54b34"/>
    <p:sldLayoutId xmlns:r="http://schemas.openxmlformats.org/officeDocument/2006/relationships" id="2147483677" r:id="Rdcb457d8a0384d64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71DB652-40D3-45E0-924F-36B4730C0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9D6527C-F283-4EF9-93E4-5678DC142A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6BF898B-D949-40C5-A6FC-BA6CEC8F415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704856-E1FF-4F5C-88C3-3051C1A9671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48B75C1-9512-49A3-B5BA-C21A731316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9" r:id="R3e6f015d011a4fdc"/>
    <p:sldLayoutId xmlns:r="http://schemas.openxmlformats.org/officeDocument/2006/relationships" id="2147483680" r:id="R28853b39fa5a4bb3"/>
    <p:sldLayoutId xmlns:r="http://schemas.openxmlformats.org/officeDocument/2006/relationships" id="2147483681" r:id="R31f592d3cd8e4dbb"/>
    <p:sldLayoutId xmlns:r="http://schemas.openxmlformats.org/officeDocument/2006/relationships" id="2147483682" r:id="Rbd36c9f623814904"/>
    <p:sldLayoutId xmlns:r="http://schemas.openxmlformats.org/officeDocument/2006/relationships" id="2147483683" r:id="R89801ffffe684567"/>
    <p:sldLayoutId xmlns:r="http://schemas.openxmlformats.org/officeDocument/2006/relationships" id="2147483684" r:id="R316e06ef1a034773"/>
    <p:sldLayoutId xmlns:r="http://schemas.openxmlformats.org/officeDocument/2006/relationships" id="2147483685" r:id="R30a82e827a3d4acb"/>
    <p:sldLayoutId xmlns:r="http://schemas.openxmlformats.org/officeDocument/2006/relationships" id="2147483686" r:id="R3c6db73d900f4e0d"/>
    <p:sldLayoutId xmlns:r="http://schemas.openxmlformats.org/officeDocument/2006/relationships" id="2147483687" r:id="R790423f5273f4b37"/>
    <p:sldLayoutId xmlns:r="http://schemas.openxmlformats.org/officeDocument/2006/relationships" id="2147483688" r:id="R4e954d8c27164d2c"/>
    <p:sldLayoutId xmlns:r="http://schemas.openxmlformats.org/officeDocument/2006/relationships" id="2147483689" r:id="Rb386c296acca4574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主题1">
  <a:themeElements>
    <a:clrScheme name="自定义 1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6362"/>
      </a:accent1>
      <a:accent2>
        <a:srgbClr val="B64645"/>
      </a:accent2>
      <a:accent3>
        <a:srgbClr val="414A59"/>
      </a:accent3>
      <a:accent4>
        <a:srgbClr val="7FB541"/>
      </a:accent4>
      <a:accent5>
        <a:srgbClr val="4472C4"/>
      </a:accent5>
      <a:accent6>
        <a:srgbClr val="244956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自定义 10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d2a48b887c1b4844" /><Relationship Type="http://schemas.openxmlformats.org/officeDocument/2006/relationships/notesSlide" Target="/ppt/notesSlides/notesSlide1.xml" Id="R384271238c104b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38e30b20a20543ab" /><Relationship Type="http://schemas.openxmlformats.org/officeDocument/2006/relationships/notesSlide" Target="/ppt/notesSlides/notesSlide2.xml" Id="R216bdff3f60045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37180e925a6c4473" /><Relationship Type="http://schemas.openxmlformats.org/officeDocument/2006/relationships/notesSlide" Target="/ppt/notesSlides/notesSlide3.xml" Id="Rc205fdaf9ae743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7814f66b37b3416b" /><Relationship Type="http://schemas.openxmlformats.org/officeDocument/2006/relationships/notesSlide" Target="/ppt/notesSlides/notesSlide4.xml" Id="R43441928831a41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49c23edd6c2d44a6" /><Relationship Type="http://schemas.openxmlformats.org/officeDocument/2006/relationships/notesSlide" Target="/ppt/notesSlides/notesSlide5.xml" Id="Rd659bb7e959744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d26f86498ae54d5b" /><Relationship Type="http://schemas.openxmlformats.org/officeDocument/2006/relationships/notesSlide" Target="/ppt/notesSlides/notesSlide6.xml" Id="R8cdd227cc3a546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797ba6d25ae14334" /><Relationship Type="http://schemas.openxmlformats.org/officeDocument/2006/relationships/notesSlide" Target="/ppt/notesSlides/notesSlide7.xml" Id="R3205c9e0406647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31c9561c6e324aea" /><Relationship Type="http://schemas.openxmlformats.org/officeDocument/2006/relationships/image" Target="/ppt/media/image.jpeg" Id="R4fa2c71fc5ab4727" /><Relationship Type="http://schemas.openxmlformats.org/officeDocument/2006/relationships/notesSlide" Target="/ppt/notesSlides/notesSlide8.xml" Id="R099572bb1ea348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4D3D3C6-8D7B-4336-9752-6E346868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57" y="175260"/>
            <a:ext cx="11289665" cy="638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buNone/>
            </a:pPr>
            <a:r>
              <a:rPr sz="54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【7/10–7/23】科研进展汇报</a:t>
            </a:r>
          </a:p>
          <a:p xmlns:a="http://schemas.openxmlformats.org/drawingml/2006/main">
            <a:pPr algn="ctr"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 algn="ctr">
              <a:spcBef>
                <a:spcPct val="0"/>
              </a:spcBef>
              <a:buNone/>
            </a:pPr>
            <a:r>
              <a:rPr sz="3200" b="1">
                <a:solidFill>
                  <a:schemeClr val="tx1"/>
                </a:solidFill>
              </a:rPr>
              <a:t>单 Sequencer L2 Rollup 的跨层可见性与排序操纵面｜杨帆</a:t>
            </a:r>
          </a:p>
        </p:txBody>
      </p:sp>
    </p:spTree>
    <p:extLst>
      <p:ext uri="{BB962C8B-B14F-4D97-AF65-F5344CB8AC3E}">
        <p14:creationId xmlns:p14="http://schemas.microsoft.com/office/powerpoint/2010/main" val="14453172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04A572A1-E5E5-4993-A4F8-36CFACAC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1" y="115130"/>
            <a:ext cx="543560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48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主要任务【限1页】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99B7A19-A6BE-469E-8B88-854C6FB1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79176C8-D9CA-402A-8E61-DA438D29EE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147810" y="6445885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116C711-2E10-41E1-9496-90162374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538605"/>
            <a:ext cx="10276205" cy="464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 b="1">
                <a:solidFill>
                  <a:srgbClr val="C00000"/>
                </a:solidFill>
              </a:rPr>
              <a:t>结论：本周三组理论产出与上周计划一一对应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t>① 定义/假设 → 题目收缩、对象边界、生命周期、术语表与反例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 b="1">
                <a:solidFill>
                  <a:srgbClr val="C00000"/>
                </a:solidFill>
              </a:rPr>
              <a:t>② RQ/威胁/贡献 → RQ1–RQ3、三角色矩阵、可利用性见证与贡献条件</a:t>
            </a:r>
          </a:p>
          <a:p xmlns:a="http://schemas.openxmlformats.org/drawingml/2006/main">
            <a:pPr indent="0" algn="l">
              <a:lnSpc>
                <a:spcPct val="140000"/>
              </a:lnSpc>
              <a:buFont typeface="Wingdings"/>
              <a:buNone/>
            </a:pPr>
            <a:r>
              <a:t>③ 验证/实现 → V0–V4、字段映射、准入、失败处理、最小机制；无抓取/实验/协议实现</a:t>
            </a:r>
          </a:p>
        </p:txBody>
      </p:sp>
    </p:spTree>
    <p:extLst>
      <p:ext uri="{BB962C8B-B14F-4D97-AF65-F5344CB8AC3E}">
        <p14:creationId xmlns:p14="http://schemas.microsoft.com/office/powerpoint/2010/main" val="17652535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CA2DE90-914D-49B5-B4C3-97D80972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628775"/>
            <a:ext cx="10276205" cy="4386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40000"/>
              </a:lnSpc>
              <a:buFont typeface="Wingdings"/>
              <a:buChar char="p"/>
            </a:p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B68DEE1A-A38F-4F03-A22B-ACA6D3A6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538605"/>
            <a:ext cx="10276205" cy="464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进展一｜先把“跨层窗口”拆成可核验的对象与阶段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题目：跨层 MEV 防御 → 单 Sequencer L2 的可见性与排序操纵面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生命周期：L1提交 → L1入块 → 排序前可见性（待 V0） → L2创建/执行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对象：主=L1→L2 message/tx；对照=L2直交；辅助=batch→L1；batch lag ≠ 用户消息主窗口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EB0A20A-2CBC-4CCD-AFC0-78AFCD72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9CAE937-169F-4015-8903-749BD1D6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" y="1539240"/>
            <a:ext cx="11235055" cy="2676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16FA57B3-C2E7-4B80-A488-5C894A3B0D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147810" y="6445885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7B5C32A-18A2-4A0B-844B-19885BAB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01" y="115130"/>
            <a:ext cx="909320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48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科研工作进展情况【不超过3页】</a:t>
            </a:r>
          </a:p>
        </p:txBody>
      </p:sp>
    </p:spTree>
    <p:extLst>
      <p:ext uri="{BB962C8B-B14F-4D97-AF65-F5344CB8AC3E}">
        <p14:creationId xmlns:p14="http://schemas.microsoft.com/office/powerpoint/2010/main" val="15636384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ACB97135-45C8-4B10-AE3C-BFB38922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1" y="115130"/>
            <a:ext cx="665480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48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科研进展（二）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0F881C0-F765-4726-A0D2-E046E049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F1993E6-9028-4594-B231-37244D0865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147810" y="6445885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4B8B1AA8-2BE4-49C0-A346-09CEEAFA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538605"/>
            <a:ext cx="10276205" cy="464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进展二｜可见性按阶段、角色、能力分开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RQ：可见性｜可利用性｜最小约束设计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角色：Sequencer{纳入/延迟/排序}；searcher{公共信息、仅自身}；用户{正常发起}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仅当可读且可调位置，才验证反事实正净收益（≠已发生操纵）</a:t>
            </a:r>
          </a:p>
        </p:txBody>
      </p:sp>
    </p:spTree>
    <p:extLst>
      <p:ext uri="{BB962C8B-B14F-4D97-AF65-F5344CB8AC3E}">
        <p14:creationId xmlns:p14="http://schemas.microsoft.com/office/powerpoint/2010/main" val="19588696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CA2DE90-914D-49B5-B4C3-97D80972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628775"/>
            <a:ext cx="10276205" cy="4386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40000"/>
              </a:lnSpc>
              <a:buFont typeface="Wingdings"/>
              <a:buChar char="p"/>
            </a:p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B68DEE1A-A38F-4F03-A22B-ACA6D3A6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538605"/>
            <a:ext cx="10276205" cy="464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进展三｜主张绑定证据门槛；本周尚未执行 V0/V1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贡献：概念=message≠batch；模型=三角色；方法=先映射后收益；设计=Commit-Reveal（待验）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路线：V0语义 → V1链路 → V2描述 → V3收益 → V4机制；前阶段缺证据则停止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草案：commit → slot承诺 → reveal → verify/execute；风险=元数据、未揭示、审查、重排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EB0A20A-2CBC-4CCD-AFC0-78AFCD72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9CAE937-169F-4015-8903-749BD1D6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" y="1539240"/>
            <a:ext cx="11235055" cy="2676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16FA57B3-C2E7-4B80-A488-5C894A3B0D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147810" y="6445885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7B5C32A-18A2-4A0B-844B-19885BAB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01" y="115130"/>
            <a:ext cx="909320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48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科研工作进展情况【不超过3页】</a:t>
            </a:r>
          </a:p>
        </p:txBody>
      </p:sp>
    </p:spTree>
    <p:extLst>
      <p:ext uri="{BB962C8B-B14F-4D97-AF65-F5344CB8AC3E}">
        <p14:creationId xmlns:p14="http://schemas.microsoft.com/office/powerpoint/2010/main" val="15636384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04A572A1-E5E5-4993-A4F8-36CFACAC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1" y="115130"/>
            <a:ext cx="543560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48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论文阅读（一）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99B7A19-A6BE-469E-8B88-854C6FB1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79176C8-D9CA-402A-8E61-DA438D29EE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147810" y="6445885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116C711-2E10-41E1-9496-90162374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538605"/>
            <a:ext cx="10276205" cy="464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 b="1">
                <a:solidFill>
                  <a:srgbClr val="C00000"/>
                </a:solidFill>
              </a:rPr>
              <a:t>SoK: The Evolution of MEV, From Miners to Cross-Chain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t>背景/问题：控制角色扩至 builder、Sequencer 与跨链参与者；需要统一描述排序域和实现程度。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 b="1">
                <a:solidFill>
                  <a:srgbClr val="C00000"/>
                </a:solidFill>
              </a:rPr>
              <a:t>方法/作用：SoK 以 single↔cross-domain、potential↔realized 两轴组织文献；先识别 ordering domain 与排序控制角色。</a:t>
            </a:r>
          </a:p>
          <a:p xmlns:a="http://schemas.openxmlformats.org/drawingml/2006/main">
            <a:pPr indent="0" algn="l">
              <a:lnSpc>
                <a:spcPct val="140000"/>
              </a:lnSpc>
              <a:buFont typeface="Wingdings"/>
              <a:buNone/>
            </a:pPr>
            <a:r>
              <a:t>来源：Mancino &amp; Sevim，Sec. II，pp.1–3，2026</a:t>
            </a:r>
          </a:p>
        </p:txBody>
      </p:sp>
    </p:spTree>
    <p:extLst>
      <p:ext uri="{BB962C8B-B14F-4D97-AF65-F5344CB8AC3E}">
        <p14:creationId xmlns:p14="http://schemas.microsoft.com/office/powerpoint/2010/main" val="17652535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CA2DE90-914D-49B5-B4C3-97D80972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628775"/>
            <a:ext cx="10276205" cy="4386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40000"/>
              </a:lnSpc>
              <a:buFont typeface="Wingdings"/>
              <a:buChar char="p"/>
            </a:p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B68DEE1A-A38F-4F03-A22B-ACA6D3A6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538605"/>
            <a:ext cx="10276205" cy="464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从“观察时间差”转向“验证完整可利用性”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先定域：L1/L2 ≠ cross-domain；先确认创建、排序、执行域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potential=理论；realized 受竞争、失败、延迟、Gas/成本影响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/>
              <a:t>见证：可见性→能力→前态→反事实→净收益；论文不提供映射、first-seen、收益重放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EB0A20A-2CBC-4CCD-AFC0-78AFCD72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9CAE937-169F-4015-8903-749BD1D6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" y="1539240"/>
            <a:ext cx="11235055" cy="2676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16FA57B3-C2E7-4B80-A488-5C894A3B0D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147810" y="6445885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7B5C32A-18A2-4A0B-844B-19885BAB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401" y="115130"/>
            <a:ext cx="909320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48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论文阅读（二）</a:t>
            </a:r>
          </a:p>
        </p:txBody>
      </p:sp>
    </p:spTree>
    <p:extLst>
      <p:ext uri="{BB962C8B-B14F-4D97-AF65-F5344CB8AC3E}">
        <p14:creationId xmlns:p14="http://schemas.microsoft.com/office/powerpoint/2010/main" val="15636384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2c71fc5ab47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91175" y="2941110"/>
            <a:ext cx="1009651" cy="2305049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4" name="标题 6">
            <a:extLst xmlns:a="http://schemas.openxmlformats.org/drawingml/2006/main">
              <a:ext uri="{FF2B5EF4-FFF2-40B4-BE49-F238E27FC236}">
                <a16:creationId xmlns:a16="http://schemas.microsoft.com/office/drawing/2014/main" id="{628BF455-9E7A-4EF1-A06D-04C53113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755" y="253154"/>
            <a:ext cx="10363200" cy="19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sz="5335" b="1">
                <a:effectLst>
                  <a:outerShdw blurRad="38100" dist="38100" dir="2700000">
                    <a:srgbClr val="C0C0C0"/>
                  </a:outerShdw>
                </a:effectLst>
                <a:latin typeface="微软雅黑"/>
                <a:ea typeface="微软雅黑"/>
                <a:cs typeface="微软雅黑"/>
              </a:rPr>
              <a:t>谢谢，敬请批评指正！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1962250394"/>
      </p:ext>
    </p:extLst>
  </p:cSld>
</p:sld>
</file>

<file path=ppt/theme/theme1.xml><?xml version="1.0" encoding="utf-8"?>
<a:theme xmlns:a="http://schemas.openxmlformats.org/drawingml/2006/main" name="主题1">
  <a:themeElements>
    <a:clrScheme name="自定义 1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6362"/>
      </a:accent1>
      <a:accent2>
        <a:srgbClr val="B64645"/>
      </a:accent2>
      <a:accent3>
        <a:srgbClr val="414A59"/>
      </a:accent3>
      <a:accent4>
        <a:srgbClr val="7FB541"/>
      </a:accent4>
      <a:accent5>
        <a:srgbClr val="4472C4"/>
      </a:accent5>
      <a:accent6>
        <a:srgbClr val="244956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自定义 10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2026-07-23T10:04:08.7070000Z</dcterms:created>
  <dcterms:modified xsi:type="dcterms:W3CDTF">2026-07-23T10:04:08.7070000Z</dcterms:modified>
</coreProperties>
</file>