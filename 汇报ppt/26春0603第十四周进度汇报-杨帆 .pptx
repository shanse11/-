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2" r:id="rId8"/>
    <p:sldId id="263" r:id="rId9"/>
    <p:sldId id="264" r:id="rId10"/>
    <p:sldId id="265" r:id="rId11"/>
  </p:sldIdLst>
  <p:sldSz cx="12191365" cy="6858000"/>
  <p:notesSz cx="6858000" cy="12191365"/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4600" y="155448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【5/27 - 6/3】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0" y="2148840"/>
            <a:ext cx="6629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进展汇报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886200" y="4096512"/>
            <a:ext cx="4389120" cy="0"/>
          </a:xfrm>
          <a:prstGeom prst="line">
            <a:avLst/>
          </a:prstGeom>
          <a:noFill/>
          <a:ln w="254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539496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汇报人：杨帆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主要任务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11841480" cy="0"/>
          </a:xfrm>
          <a:prstGeom prst="line">
            <a:avLst/>
          </a:prstGeom>
          <a:noFill/>
          <a:ln w="254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77824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主要任务【限 1 页】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中长期目标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10698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研究如何在保证去中心化安全性的前提下，提高高频 DApp 场景下链下执行与链上可验证之间的协同效率。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2447925"/>
            <a:ext cx="1865630" cy="505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本周完成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976372"/>
            <a:ext cx="1033272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完成论文全文一致性检查和格式整理。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389630"/>
            <a:ext cx="10332720" cy="8318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统一可恢复挑战、仲裁活性、证据一致性和数据可用性绑定等术语。</a:t>
            </a:r>
            <a:endParaRPr lang="en-US" sz="1450" dirty="0">
              <a:solidFill>
                <a:srgbClr val="1118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1450" dirty="0">
              <a:solidFill>
                <a:srgbClr val="1118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</a:t>
            </a:r>
            <a:r>
              <a:rPr lang="zh-CN" altLang="en-US" sz="14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阅读论文</a:t>
            </a:r>
            <a:r>
              <a:rPr lang="en-US" sz="1450" i="1" dirty="0">
                <a:solidFill>
                  <a:srgbClr val="4B55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sym typeface="+mn-ea"/>
              </a:rPr>
              <a:t>LazyLedger: A Distributed Data Availability Ledger With Client-Side Smart Contracts</a:t>
            </a:r>
            <a:endParaRPr lang="en-US" sz="1450" dirty="0">
              <a:solidFill>
                <a:srgbClr val="1118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7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科研工作进展情况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11841480" cy="0"/>
          </a:xfrm>
          <a:prstGeom prst="line">
            <a:avLst/>
          </a:prstGeom>
          <a:noFill/>
          <a:ln w="254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77824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完成论文中文稿一致性检查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029200" cy="2085975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统一术语表达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16712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可恢复挑战协议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0" y="2459736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仲裁活性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2752344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挑战事实集合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304495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证据一致性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数据可用性绑定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013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统一图表表达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16712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图题和表题格式统一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2459736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修复宽表和对比表显示问题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2752344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图表靠近首次引用位置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79476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F7F9FC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9592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统一贡献点表达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36168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不再把多个机制平铺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4654296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recoverable challenge 为主线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7280" y="4946904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compact commit 和 DA binding 作为支撑机制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7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科研工作进展情况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11841480" cy="0"/>
          </a:xfrm>
          <a:prstGeom prst="line">
            <a:avLst/>
          </a:prstGeom>
          <a:noFill/>
          <a:ln w="254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77824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本周理论表达落到论文结构中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4400" y="1389888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上周已经汇报过状态机本身，本周重点是把这些概念写进论文对应位置，并压缩重复表述。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93976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问题定义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71800" y="2057400"/>
            <a:ext cx="8549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将论文问题收束为异常路径中的 arbitration liveness，而不是泛泛讨论 TEE-Rollup 性能。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914400" y="271576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2F7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4378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形式化定义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71800" y="2807208"/>
            <a:ext cx="8549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 Challenge Session、状态集合、事件集合、状态转移函数和 Challenge Facts。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14400" y="3465576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3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协议设计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71800" y="3557016"/>
            <a:ext cx="8549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 Recover(cs) 只恢复会话推进能力，不改变 commit / DA root / proof 等仲裁事实。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14400" y="4215384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2F7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434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实验解释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71800" y="4306824"/>
            <a:ext cx="8549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timeout 对照、bisection 轮次和 recovery overhead 写成协议性质证据，而非主网性能结论。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914400" y="4965192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09320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相关工作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71800" y="5056632"/>
            <a:ext cx="8549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将本文定位为异常仲裁路径补强，不声称替代 TEEROLLUP、Optimism 或 modular DA。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914400" y="5989320"/>
            <a:ext cx="10469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这一页和上周的区别：不再重复状态机图，而是说明本周把理论概念具体落到了论文的问题定义、形式化定义、协议设计、实验解释和相关工作中。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7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论文阅读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11841480" cy="0"/>
          </a:xfrm>
          <a:prstGeom prst="line">
            <a:avLst/>
          </a:prstGeom>
          <a:noFill/>
          <a:ln w="254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论文阅读：LazyLedger 的共识层设计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B55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LazyLedger: A Distributed Data Availability Ledger With Client-Side Smart Contracts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节点模型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29718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Consensus nodes：决定哪些 block header 进入链。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68680" y="2944368"/>
            <a:ext cx="29718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Storage nodes：保存完整 block data。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68680" y="3419856"/>
            <a:ext cx="29718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Client nodes：只执行自己关心的应用消息。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574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Block 模型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468880"/>
            <a:ext cx="2880360" cy="20116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 header hi 只承诺消息列表 Mi 的 Merkle root：mRooti = root(Mi)。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LazyLedger 将 blockValid(hi) 改成只判断 mRooti 背后的数据是否可用，而不执行交易状态机。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8ED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574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861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两种 validity rule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246888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Simplistic：下载完整 Mi，确定性保证，带宽 O(n)。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58200" y="292608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Probabilistic：2D erasure coding + random sampling，约 O(√n + log√n)。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58200" y="338328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例：4096 shares 中抽 15 个样本，可得到约 99% DA 保证。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6172200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具体内容：LazyLedger 的核心不是让每个共识节点执行所有交易，而是把共识层缩减为排序与数据可用性检查；应用有效性由相关客户端在链下处理。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7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论文阅读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11841480" cy="0"/>
          </a:xfrm>
          <a:prstGeom prst="line">
            <a:avLst/>
          </a:prstGeom>
          <a:noFill/>
          <a:ln w="254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229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LazyLedger 的应用层与数据检索机制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5240">
            <a:solidFill>
              <a:srgbClr val="245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8308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457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namespace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941832" y="206654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 message 通过 ns(m) 归入应用命名空间 nid。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227832" y="1920240"/>
            <a:ext cx="201168" cy="201168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554480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524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78308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457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query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3776472" y="206654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客户端向 storage node 查询 query(hash(hi), nid)。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062472" y="1920240"/>
            <a:ext cx="201168" cy="201168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554480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EAF1FF"/>
          </a:solidFill>
          <a:ln w="1524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78308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457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Merkle proofs + index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611112" y="206654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storage node 返回该 namespace 的消息证明和位置索引。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897112" y="1920240"/>
            <a:ext cx="201168" cy="201168"/>
          </a:xfrm>
          <a:prstGeom prst="chevron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1554480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EAF8EF"/>
          </a:solidFill>
          <a:ln w="15240">
            <a:solidFill>
              <a:srgbClr val="0F9D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178308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F9D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Completeness check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445752" y="206654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客户端用 namespaced Merkle tree 验证没有遗漏同 namespace 消息。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22960" y="3127248"/>
            <a:ext cx="51663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40156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Namespaced Merkle Tree 的具体作用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822192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3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每个树节点记录 minNs / maxNs 和子节点 hash。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1143000" y="420624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3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leaf 按 namespace 排序，proof 可证明某个 nid 的消息集合完整。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1143000" y="4590288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3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 storage node 漏返回同 namespace 消息，左右 sibling 的 namespace 范围会暴露遗漏。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263640" y="3127248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7F9FC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4015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实验与应用内容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382219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原型约 2865 行 Go 代码。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583680" y="4206240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 currency、name registrar、dummy app。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583680" y="459028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评估显示：probabilistic rule 下载量随 block size 呈亚线性；无关应用负载增加时，相关应用客户端工作量基本不增加。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68680" y="5989320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对本项目的具体启发：compact commit 不能只提交一个轻量 hash，还必须绑定 DA root / payload hash / proof，保证 challenge 或 replay 时能取回并验证必要数据。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7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本周学习体会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11841480" cy="0"/>
          </a:xfrm>
          <a:prstGeom prst="line">
            <a:avLst/>
          </a:prstGeom>
          <a:noFill/>
          <a:ln w="254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77824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本周学习体会【限 1 页】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51560" y="1737360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论文一致性比单点修改更重要：术语、图表、贡献点和实验解释必须服务于同一条主线。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51560" y="2334260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</a:t>
            </a:r>
            <a:r>
              <a:rPr lang="zh-CN" altLang="en-US" sz="16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</a:t>
            </a:r>
            <a:r>
              <a:rPr lang="en-US" sz="165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LazyLedger 的启发是：数据可用性必须和轻量提交、后续 challenge/replay 证据入口一起讨论。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7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7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下周科研计划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11841480" cy="0"/>
          </a:xfrm>
          <a:prstGeom prst="line">
            <a:avLst/>
          </a:prstGeom>
          <a:noFill/>
          <a:ln w="25400">
            <a:solidFill>
              <a:srgbClr val="2457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77824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下周科研计划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1687957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补充工程验证说明：进一步整理本地 EVM gasUsed、Sepolia 部署记录与论文实验结果之间的关系。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93290"/>
            <a:ext cx="10607040" cy="4203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准备下周论文分享</a:t>
            </a:r>
            <a:endParaRPr lang="en-US" sz="1600" dirty="0">
              <a:solidFill>
                <a:srgbClr val="1118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31920" y="4572000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谢谢，敬请批评指正！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567160" y="635508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A7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BiNGRhMTNkYjFhZGQwOGU5YjQ2ZDZmYjhiNTAxNzc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WPS 演示</Application>
  <PresentationFormat>On-screen Show (16:9)</PresentationFormat>
  <Paragraphs>183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Aptos Display</vt:lpstr>
      <vt:lpstr>Liberation Mono</vt:lpstr>
      <vt:lpstr>Aptos Display</vt:lpstr>
      <vt:lpstr>Aptos Display</vt:lpstr>
      <vt:lpstr>Arial Unicode MS</vt:lpstr>
      <vt:lpstr>等线</vt:lpstr>
      <vt:lpstr>Calibri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Data Science and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26春0603第十四周进度汇报-杨帆</dc:title>
  <dc:creator>杨帆</dc:creator>
  <dc:subject>Hybrid TEE-Rollup 可恢复挑战协议</dc:subject>
  <cp:lastModifiedBy>7fs4ffuy</cp:lastModifiedBy>
  <cp:revision>7</cp:revision>
  <dcterms:created xsi:type="dcterms:W3CDTF">2026-06-02T14:29:00Z</dcterms:created>
  <dcterms:modified xsi:type="dcterms:W3CDTF">2026-06-02T14:48:00Z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A2B676667B604F8099AE6A212150FB17</vt:lpwstr>
  </property>
  <property fmtid="{D5CDD505-2E9C-101B-9397-08002B2CF9AE}" pid="3" name="KSOProductBuildVer">
    <vt:lpwstr>2052-11.1.0.13703</vt:lpwstr>
  </property>
</Properties>
</file>